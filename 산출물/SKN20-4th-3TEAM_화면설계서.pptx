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5A491-A8C7-4B0F-AFF2-188AD04A4618}" v="19" dt="2026-01-11T08:14:29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찬 박" userId="20661e5c868141c1" providerId="LiveId" clId="{F1866734-1820-4ABC-A2F1-FF3A4BC1B822}"/>
    <pc:docChg chg="undo custSel addSld modSld">
      <pc:chgData name="찬 박" userId="20661e5c868141c1" providerId="LiveId" clId="{F1866734-1820-4ABC-A2F1-FF3A4BC1B822}" dt="2026-01-11T08:14:33.275" v="129" actId="1076"/>
      <pc:docMkLst>
        <pc:docMk/>
      </pc:docMkLst>
      <pc:sldChg chg="delSp modSp mod">
        <pc:chgData name="찬 박" userId="20661e5c868141c1" providerId="LiveId" clId="{F1866734-1820-4ABC-A2F1-FF3A4BC1B822}" dt="2026-01-11T08:06:00.350" v="14" actId="1076"/>
        <pc:sldMkLst>
          <pc:docMk/>
          <pc:sldMk cId="2461190475" sldId="256"/>
        </pc:sldMkLst>
        <pc:spChg chg="del">
          <ac:chgData name="찬 박" userId="20661e5c868141c1" providerId="LiveId" clId="{F1866734-1820-4ABC-A2F1-FF3A4BC1B822}" dt="2026-01-11T08:04:09.829" v="0" actId="478"/>
          <ac:spMkLst>
            <pc:docMk/>
            <pc:sldMk cId="2461190475" sldId="256"/>
            <ac:spMk id="3" creationId="{3B1D8FB8-667A-4B89-668A-03776AA6B239}"/>
          </ac:spMkLst>
        </pc:spChg>
        <pc:picChg chg="mod">
          <ac:chgData name="찬 박" userId="20661e5c868141c1" providerId="LiveId" clId="{F1866734-1820-4ABC-A2F1-FF3A4BC1B822}" dt="2026-01-11T08:06:00.350" v="14" actId="1076"/>
          <ac:picMkLst>
            <pc:docMk/>
            <pc:sldMk cId="2461190475" sldId="256"/>
            <ac:picMk id="5" creationId="{97694F0E-21CB-A857-9EDD-B515EDA679B5}"/>
          </ac:picMkLst>
        </pc:picChg>
      </pc:sldChg>
      <pc:sldChg chg="addSp delSp modSp new mod">
        <pc:chgData name="찬 박" userId="20661e5c868141c1" providerId="LiveId" clId="{F1866734-1820-4ABC-A2F1-FF3A4BC1B822}" dt="2026-01-11T08:05:53.637" v="12" actId="1076"/>
        <pc:sldMkLst>
          <pc:docMk/>
          <pc:sldMk cId="2076715339" sldId="257"/>
        </pc:sldMkLst>
        <pc:spChg chg="del">
          <ac:chgData name="찬 박" userId="20661e5c868141c1" providerId="LiveId" clId="{F1866734-1820-4ABC-A2F1-FF3A4BC1B822}" dt="2026-01-11T08:05:50.856" v="8" actId="478"/>
          <ac:spMkLst>
            <pc:docMk/>
            <pc:sldMk cId="2076715339" sldId="257"/>
            <ac:spMk id="2" creationId="{5A7608AE-3978-D238-7328-BC6DBF5FBF73}"/>
          </ac:spMkLst>
        </pc:spChg>
        <pc:spChg chg="add del">
          <ac:chgData name="찬 박" userId="20661e5c868141c1" providerId="LiveId" clId="{F1866734-1820-4ABC-A2F1-FF3A4BC1B822}" dt="2026-01-11T08:05:49.775" v="7" actId="478"/>
          <ac:spMkLst>
            <pc:docMk/>
            <pc:sldMk cId="2076715339" sldId="257"/>
            <ac:spMk id="3" creationId="{143368C2-9154-4742-D38F-7C80916F29C8}"/>
          </ac:spMkLst>
        </pc:spChg>
        <pc:picChg chg="add mod">
          <ac:chgData name="찬 박" userId="20661e5c868141c1" providerId="LiveId" clId="{F1866734-1820-4ABC-A2F1-FF3A4BC1B822}" dt="2026-01-11T08:05:48.007" v="6"/>
          <ac:picMkLst>
            <pc:docMk/>
            <pc:sldMk cId="2076715339" sldId="257"/>
            <ac:picMk id="5" creationId="{3032FEE2-5141-862D-8FCB-82EFBD24B514}"/>
          </ac:picMkLst>
        </pc:picChg>
        <pc:picChg chg="add mod">
          <ac:chgData name="찬 박" userId="20661e5c868141c1" providerId="LiveId" clId="{F1866734-1820-4ABC-A2F1-FF3A4BC1B822}" dt="2026-01-11T08:05:53.637" v="12" actId="1076"/>
          <ac:picMkLst>
            <pc:docMk/>
            <pc:sldMk cId="2076715339" sldId="257"/>
            <ac:picMk id="7" creationId="{E3EDA91F-E467-652A-BACE-3038D8A9B754}"/>
          </ac:picMkLst>
        </pc:picChg>
      </pc:sldChg>
      <pc:sldChg chg="addSp delSp modSp new mod">
        <pc:chgData name="찬 박" userId="20661e5c868141c1" providerId="LiveId" clId="{F1866734-1820-4ABC-A2F1-FF3A4BC1B822}" dt="2026-01-11T08:06:47.727" v="23" actId="1076"/>
        <pc:sldMkLst>
          <pc:docMk/>
          <pc:sldMk cId="2987711734" sldId="258"/>
        </pc:sldMkLst>
        <pc:spChg chg="del">
          <ac:chgData name="찬 박" userId="20661e5c868141c1" providerId="LiveId" clId="{F1866734-1820-4ABC-A2F1-FF3A4BC1B822}" dt="2026-01-11T08:06:43.675" v="18" actId="478"/>
          <ac:spMkLst>
            <pc:docMk/>
            <pc:sldMk cId="2987711734" sldId="258"/>
            <ac:spMk id="2" creationId="{E0AB5B2C-C456-6401-A46F-59F37C734D6A}"/>
          </ac:spMkLst>
        </pc:spChg>
        <pc:spChg chg="del mod">
          <ac:chgData name="찬 박" userId="20661e5c868141c1" providerId="LiveId" clId="{F1866734-1820-4ABC-A2F1-FF3A4BC1B822}" dt="2026-01-11T08:06:42.239" v="17" actId="478"/>
          <ac:spMkLst>
            <pc:docMk/>
            <pc:sldMk cId="2987711734" sldId="258"/>
            <ac:spMk id="3" creationId="{264FF41C-C612-4C48-B5D9-286D244F82CD}"/>
          </ac:spMkLst>
        </pc:spChg>
        <pc:spChg chg="add del mod">
          <ac:chgData name="찬 박" userId="20661e5c868141c1" providerId="LiveId" clId="{F1866734-1820-4ABC-A2F1-FF3A4BC1B822}" dt="2026-01-11T08:06:44.911" v="19" actId="478"/>
          <ac:spMkLst>
            <pc:docMk/>
            <pc:sldMk cId="2987711734" sldId="258"/>
            <ac:spMk id="5" creationId="{DD1BC42E-85BB-613F-BBEE-FCD8D4A71BA0}"/>
          </ac:spMkLst>
        </pc:spChg>
        <pc:picChg chg="add mod">
          <ac:chgData name="찬 박" userId="20661e5c868141c1" providerId="LiveId" clId="{F1866734-1820-4ABC-A2F1-FF3A4BC1B822}" dt="2026-01-11T08:06:47.727" v="23" actId="1076"/>
          <ac:picMkLst>
            <pc:docMk/>
            <pc:sldMk cId="2987711734" sldId="258"/>
            <ac:picMk id="7" creationId="{C5CA6A2E-5115-887B-487F-50D47A453AF4}"/>
          </ac:picMkLst>
        </pc:picChg>
      </pc:sldChg>
      <pc:sldChg chg="addSp delSp modSp new mod">
        <pc:chgData name="찬 박" userId="20661e5c868141c1" providerId="LiveId" clId="{F1866734-1820-4ABC-A2F1-FF3A4BC1B822}" dt="2026-01-11T08:07:16.159" v="30" actId="1076"/>
        <pc:sldMkLst>
          <pc:docMk/>
          <pc:sldMk cId="3443804744" sldId="259"/>
        </pc:sldMkLst>
        <pc:spChg chg="del">
          <ac:chgData name="찬 박" userId="20661e5c868141c1" providerId="LiveId" clId="{F1866734-1820-4ABC-A2F1-FF3A4BC1B822}" dt="2026-01-11T08:07:13.696" v="26" actId="478"/>
          <ac:spMkLst>
            <pc:docMk/>
            <pc:sldMk cId="3443804744" sldId="259"/>
            <ac:spMk id="2" creationId="{8ED71C7A-F4AC-C05E-8FCF-0FCA8A2E35F4}"/>
          </ac:spMkLst>
        </pc:spChg>
        <pc:spChg chg="del">
          <ac:chgData name="찬 박" userId="20661e5c868141c1" providerId="LiveId" clId="{F1866734-1820-4ABC-A2F1-FF3A4BC1B822}" dt="2026-01-11T08:07:12.132" v="25" actId="478"/>
          <ac:spMkLst>
            <pc:docMk/>
            <pc:sldMk cId="3443804744" sldId="259"/>
            <ac:spMk id="3" creationId="{F372E3E7-7861-A102-DD6A-49467332AAED}"/>
          </ac:spMkLst>
        </pc:spChg>
        <pc:picChg chg="add mod">
          <ac:chgData name="찬 박" userId="20661e5c868141c1" providerId="LiveId" clId="{F1866734-1820-4ABC-A2F1-FF3A4BC1B822}" dt="2026-01-11T08:07:16.159" v="30" actId="1076"/>
          <ac:picMkLst>
            <pc:docMk/>
            <pc:sldMk cId="3443804744" sldId="259"/>
            <ac:picMk id="5" creationId="{0FF58D6C-822C-A25B-F93D-5D8D61C0086D}"/>
          </ac:picMkLst>
        </pc:picChg>
      </pc:sldChg>
      <pc:sldChg chg="addSp delSp modSp new mod">
        <pc:chgData name="찬 박" userId="20661e5c868141c1" providerId="LiveId" clId="{F1866734-1820-4ABC-A2F1-FF3A4BC1B822}" dt="2026-01-11T08:07:38.966" v="37" actId="1076"/>
        <pc:sldMkLst>
          <pc:docMk/>
          <pc:sldMk cId="1716455481" sldId="260"/>
        </pc:sldMkLst>
        <pc:spChg chg="del">
          <ac:chgData name="찬 박" userId="20661e5c868141c1" providerId="LiveId" clId="{F1866734-1820-4ABC-A2F1-FF3A4BC1B822}" dt="2026-01-11T08:07:36.478" v="33" actId="478"/>
          <ac:spMkLst>
            <pc:docMk/>
            <pc:sldMk cId="1716455481" sldId="260"/>
            <ac:spMk id="2" creationId="{E5A21220-6BD4-5920-B5AA-B2B156E24FFF}"/>
          </ac:spMkLst>
        </pc:spChg>
        <pc:spChg chg="del">
          <ac:chgData name="찬 박" userId="20661e5c868141c1" providerId="LiveId" clId="{F1866734-1820-4ABC-A2F1-FF3A4BC1B822}" dt="2026-01-11T08:07:35.259" v="32" actId="478"/>
          <ac:spMkLst>
            <pc:docMk/>
            <pc:sldMk cId="1716455481" sldId="260"/>
            <ac:spMk id="3" creationId="{C1E0396A-3D5E-D998-B9A7-A832D87B2668}"/>
          </ac:spMkLst>
        </pc:spChg>
        <pc:picChg chg="add mod">
          <ac:chgData name="찬 박" userId="20661e5c868141c1" providerId="LiveId" clId="{F1866734-1820-4ABC-A2F1-FF3A4BC1B822}" dt="2026-01-11T08:07:38.966" v="37" actId="1076"/>
          <ac:picMkLst>
            <pc:docMk/>
            <pc:sldMk cId="1716455481" sldId="260"/>
            <ac:picMk id="5" creationId="{05F55B8E-5944-5962-84D6-0A9EE0047107}"/>
          </ac:picMkLst>
        </pc:picChg>
      </pc:sldChg>
      <pc:sldChg chg="addSp delSp modSp new mod">
        <pc:chgData name="찬 박" userId="20661e5c868141c1" providerId="LiveId" clId="{F1866734-1820-4ABC-A2F1-FF3A4BC1B822}" dt="2026-01-11T08:08:13.374" v="44" actId="1076"/>
        <pc:sldMkLst>
          <pc:docMk/>
          <pc:sldMk cId="1934396319" sldId="261"/>
        </pc:sldMkLst>
        <pc:spChg chg="del">
          <ac:chgData name="찬 박" userId="20661e5c868141c1" providerId="LiveId" clId="{F1866734-1820-4ABC-A2F1-FF3A4BC1B822}" dt="2026-01-11T08:07:47.432" v="40" actId="478"/>
          <ac:spMkLst>
            <pc:docMk/>
            <pc:sldMk cId="1934396319" sldId="261"/>
            <ac:spMk id="2" creationId="{AEACEFF1-674A-3B4C-E52B-D93D5517E8C9}"/>
          </ac:spMkLst>
        </pc:spChg>
        <pc:spChg chg="del">
          <ac:chgData name="찬 박" userId="20661e5c868141c1" providerId="LiveId" clId="{F1866734-1820-4ABC-A2F1-FF3A4BC1B822}" dt="2026-01-11T08:07:45.064" v="39" actId="478"/>
          <ac:spMkLst>
            <pc:docMk/>
            <pc:sldMk cId="1934396319" sldId="261"/>
            <ac:spMk id="3" creationId="{7C3A481A-AB36-DD76-C383-A6A366429B96}"/>
          </ac:spMkLst>
        </pc:spChg>
        <pc:picChg chg="add mod">
          <ac:chgData name="찬 박" userId="20661e5c868141c1" providerId="LiveId" clId="{F1866734-1820-4ABC-A2F1-FF3A4BC1B822}" dt="2026-01-11T08:08:13.374" v="44" actId="1076"/>
          <ac:picMkLst>
            <pc:docMk/>
            <pc:sldMk cId="1934396319" sldId="261"/>
            <ac:picMk id="5" creationId="{38BD0EDE-9FA7-5D80-0FD1-B680F624FA0D}"/>
          </ac:picMkLst>
        </pc:picChg>
      </pc:sldChg>
      <pc:sldChg chg="addSp delSp modSp new mod">
        <pc:chgData name="찬 박" userId="20661e5c868141c1" providerId="LiveId" clId="{F1866734-1820-4ABC-A2F1-FF3A4BC1B822}" dt="2026-01-11T08:08:51.924" v="51" actId="1076"/>
        <pc:sldMkLst>
          <pc:docMk/>
          <pc:sldMk cId="1593637686" sldId="262"/>
        </pc:sldMkLst>
        <pc:spChg chg="del">
          <ac:chgData name="찬 박" userId="20661e5c868141c1" providerId="LiveId" clId="{F1866734-1820-4ABC-A2F1-FF3A4BC1B822}" dt="2026-01-11T08:08:49.510" v="47" actId="478"/>
          <ac:spMkLst>
            <pc:docMk/>
            <pc:sldMk cId="1593637686" sldId="262"/>
            <ac:spMk id="2" creationId="{C76D29B1-D014-75A1-8989-367B1B4C0B29}"/>
          </ac:spMkLst>
        </pc:spChg>
        <pc:spChg chg="del">
          <ac:chgData name="찬 박" userId="20661e5c868141c1" providerId="LiveId" clId="{F1866734-1820-4ABC-A2F1-FF3A4BC1B822}" dt="2026-01-11T08:08:47.878" v="46" actId="478"/>
          <ac:spMkLst>
            <pc:docMk/>
            <pc:sldMk cId="1593637686" sldId="262"/>
            <ac:spMk id="3" creationId="{2F4C7911-84F4-9669-6110-58B570A5734B}"/>
          </ac:spMkLst>
        </pc:spChg>
        <pc:picChg chg="add mod">
          <ac:chgData name="찬 박" userId="20661e5c868141c1" providerId="LiveId" clId="{F1866734-1820-4ABC-A2F1-FF3A4BC1B822}" dt="2026-01-11T08:08:51.924" v="51" actId="1076"/>
          <ac:picMkLst>
            <pc:docMk/>
            <pc:sldMk cId="1593637686" sldId="262"/>
            <ac:picMk id="5" creationId="{F6ADA76C-E2FB-AB47-B4D7-AAAB2ABE9F56}"/>
          </ac:picMkLst>
        </pc:picChg>
      </pc:sldChg>
      <pc:sldChg chg="addSp delSp modSp new mod">
        <pc:chgData name="찬 박" userId="20661e5c868141c1" providerId="LiveId" clId="{F1866734-1820-4ABC-A2F1-FF3A4BC1B822}" dt="2026-01-11T08:09:16.375" v="59" actId="1076"/>
        <pc:sldMkLst>
          <pc:docMk/>
          <pc:sldMk cId="3918079398" sldId="263"/>
        </pc:sldMkLst>
        <pc:spChg chg="del mod">
          <ac:chgData name="찬 박" userId="20661e5c868141c1" providerId="LiveId" clId="{F1866734-1820-4ABC-A2F1-FF3A4BC1B822}" dt="2026-01-11T08:09:13.660" v="55" actId="478"/>
          <ac:spMkLst>
            <pc:docMk/>
            <pc:sldMk cId="3918079398" sldId="263"/>
            <ac:spMk id="2" creationId="{B7C0C543-3E7C-9C58-1FA0-7B242D350D69}"/>
          </ac:spMkLst>
        </pc:spChg>
        <pc:spChg chg="del">
          <ac:chgData name="찬 박" userId="20661e5c868141c1" providerId="LiveId" clId="{F1866734-1820-4ABC-A2F1-FF3A4BC1B822}" dt="2026-01-11T08:09:12.228" v="53" actId="478"/>
          <ac:spMkLst>
            <pc:docMk/>
            <pc:sldMk cId="3918079398" sldId="263"/>
            <ac:spMk id="3" creationId="{E157C1B8-C141-24AE-13FC-49F466970190}"/>
          </ac:spMkLst>
        </pc:spChg>
        <pc:picChg chg="add mod">
          <ac:chgData name="찬 박" userId="20661e5c868141c1" providerId="LiveId" clId="{F1866734-1820-4ABC-A2F1-FF3A4BC1B822}" dt="2026-01-11T08:09:16.375" v="59" actId="1076"/>
          <ac:picMkLst>
            <pc:docMk/>
            <pc:sldMk cId="3918079398" sldId="263"/>
            <ac:picMk id="5" creationId="{823A8380-591F-CD04-2437-2993E9E97A86}"/>
          </ac:picMkLst>
        </pc:picChg>
      </pc:sldChg>
      <pc:sldChg chg="addSp delSp modSp new mod">
        <pc:chgData name="찬 박" userId="20661e5c868141c1" providerId="LiveId" clId="{F1866734-1820-4ABC-A2F1-FF3A4BC1B822}" dt="2026-01-11T08:09:50.349" v="66" actId="1076"/>
        <pc:sldMkLst>
          <pc:docMk/>
          <pc:sldMk cId="2369074098" sldId="264"/>
        </pc:sldMkLst>
        <pc:spChg chg="del">
          <ac:chgData name="찬 박" userId="20661e5c868141c1" providerId="LiveId" clId="{F1866734-1820-4ABC-A2F1-FF3A4BC1B822}" dt="2026-01-11T08:09:47.587" v="62" actId="478"/>
          <ac:spMkLst>
            <pc:docMk/>
            <pc:sldMk cId="2369074098" sldId="264"/>
            <ac:spMk id="2" creationId="{18FACE63-D6A7-F3C4-350F-9033A192A5DF}"/>
          </ac:spMkLst>
        </pc:spChg>
        <pc:spChg chg="del">
          <ac:chgData name="찬 박" userId="20661e5c868141c1" providerId="LiveId" clId="{F1866734-1820-4ABC-A2F1-FF3A4BC1B822}" dt="2026-01-11T08:09:46.076" v="61" actId="478"/>
          <ac:spMkLst>
            <pc:docMk/>
            <pc:sldMk cId="2369074098" sldId="264"/>
            <ac:spMk id="3" creationId="{F71455E3-FF9D-A40A-537A-FE6CBE91F00D}"/>
          </ac:spMkLst>
        </pc:spChg>
        <pc:picChg chg="add mod">
          <ac:chgData name="찬 박" userId="20661e5c868141c1" providerId="LiveId" clId="{F1866734-1820-4ABC-A2F1-FF3A4BC1B822}" dt="2026-01-11T08:09:50.349" v="66" actId="1076"/>
          <ac:picMkLst>
            <pc:docMk/>
            <pc:sldMk cId="2369074098" sldId="264"/>
            <ac:picMk id="5" creationId="{6E929681-ECD1-B2D3-51EC-C0172ACBACF1}"/>
          </ac:picMkLst>
        </pc:picChg>
      </pc:sldChg>
      <pc:sldChg chg="addSp delSp modSp new mod">
        <pc:chgData name="찬 박" userId="20661e5c868141c1" providerId="LiveId" clId="{F1866734-1820-4ABC-A2F1-FF3A4BC1B822}" dt="2026-01-11T08:10:24.772" v="73" actId="1076"/>
        <pc:sldMkLst>
          <pc:docMk/>
          <pc:sldMk cId="2270581829" sldId="265"/>
        </pc:sldMkLst>
        <pc:spChg chg="del">
          <ac:chgData name="찬 박" userId="20661e5c868141c1" providerId="LiveId" clId="{F1866734-1820-4ABC-A2F1-FF3A4BC1B822}" dt="2026-01-11T08:10:21.993" v="69" actId="478"/>
          <ac:spMkLst>
            <pc:docMk/>
            <pc:sldMk cId="2270581829" sldId="265"/>
            <ac:spMk id="2" creationId="{93682B23-E2A8-FDE5-25CA-0664468D2A0C}"/>
          </ac:spMkLst>
        </pc:spChg>
        <pc:spChg chg="del">
          <ac:chgData name="찬 박" userId="20661e5c868141c1" providerId="LiveId" clId="{F1866734-1820-4ABC-A2F1-FF3A4BC1B822}" dt="2026-01-11T08:10:20.469" v="68" actId="478"/>
          <ac:spMkLst>
            <pc:docMk/>
            <pc:sldMk cId="2270581829" sldId="265"/>
            <ac:spMk id="3" creationId="{E0EB521B-2847-593A-FCC7-1889E71429ED}"/>
          </ac:spMkLst>
        </pc:spChg>
        <pc:picChg chg="add mod">
          <ac:chgData name="찬 박" userId="20661e5c868141c1" providerId="LiveId" clId="{F1866734-1820-4ABC-A2F1-FF3A4BC1B822}" dt="2026-01-11T08:10:24.772" v="73" actId="1076"/>
          <ac:picMkLst>
            <pc:docMk/>
            <pc:sldMk cId="2270581829" sldId="265"/>
            <ac:picMk id="5" creationId="{4B645441-3BFD-1734-8F49-2DC91D82235F}"/>
          </ac:picMkLst>
        </pc:picChg>
      </pc:sldChg>
      <pc:sldChg chg="addSp delSp modSp new mod">
        <pc:chgData name="찬 박" userId="20661e5c868141c1" providerId="LiveId" clId="{F1866734-1820-4ABC-A2F1-FF3A4BC1B822}" dt="2026-01-11T08:10:50.574" v="80" actId="1076"/>
        <pc:sldMkLst>
          <pc:docMk/>
          <pc:sldMk cId="82979331" sldId="266"/>
        </pc:sldMkLst>
        <pc:spChg chg="del">
          <ac:chgData name="찬 박" userId="20661e5c868141c1" providerId="LiveId" clId="{F1866734-1820-4ABC-A2F1-FF3A4BC1B822}" dt="2026-01-11T08:10:48.498" v="76" actId="478"/>
          <ac:spMkLst>
            <pc:docMk/>
            <pc:sldMk cId="82979331" sldId="266"/>
            <ac:spMk id="2" creationId="{2944C81E-4F65-53E3-CFFD-9C4709EFC350}"/>
          </ac:spMkLst>
        </pc:spChg>
        <pc:spChg chg="del">
          <ac:chgData name="찬 박" userId="20661e5c868141c1" providerId="LiveId" clId="{F1866734-1820-4ABC-A2F1-FF3A4BC1B822}" dt="2026-01-11T08:10:47.199" v="75" actId="478"/>
          <ac:spMkLst>
            <pc:docMk/>
            <pc:sldMk cId="82979331" sldId="266"/>
            <ac:spMk id="3" creationId="{8B5072EB-3B87-0E03-5143-ADA88E065D19}"/>
          </ac:spMkLst>
        </pc:spChg>
        <pc:picChg chg="add mod">
          <ac:chgData name="찬 박" userId="20661e5c868141c1" providerId="LiveId" clId="{F1866734-1820-4ABC-A2F1-FF3A4BC1B822}" dt="2026-01-11T08:10:50.574" v="80" actId="1076"/>
          <ac:picMkLst>
            <pc:docMk/>
            <pc:sldMk cId="82979331" sldId="266"/>
            <ac:picMk id="5" creationId="{96A793D9-BB44-DD98-ECDF-DB5B81F7634A}"/>
          </ac:picMkLst>
        </pc:picChg>
      </pc:sldChg>
      <pc:sldChg chg="addSp delSp modSp new mod">
        <pc:chgData name="찬 박" userId="20661e5c868141c1" providerId="LiveId" clId="{F1866734-1820-4ABC-A2F1-FF3A4BC1B822}" dt="2026-01-11T08:11:29.126" v="87" actId="1076"/>
        <pc:sldMkLst>
          <pc:docMk/>
          <pc:sldMk cId="714509973" sldId="267"/>
        </pc:sldMkLst>
        <pc:spChg chg="del">
          <ac:chgData name="찬 박" userId="20661e5c868141c1" providerId="LiveId" clId="{F1866734-1820-4ABC-A2F1-FF3A4BC1B822}" dt="2026-01-11T08:11:26.910" v="83" actId="478"/>
          <ac:spMkLst>
            <pc:docMk/>
            <pc:sldMk cId="714509973" sldId="267"/>
            <ac:spMk id="2" creationId="{A7901BEC-3C66-97A2-2965-B94D842EC059}"/>
          </ac:spMkLst>
        </pc:spChg>
        <pc:spChg chg="del">
          <ac:chgData name="찬 박" userId="20661e5c868141c1" providerId="LiveId" clId="{F1866734-1820-4ABC-A2F1-FF3A4BC1B822}" dt="2026-01-11T08:11:23.795" v="82" actId="478"/>
          <ac:spMkLst>
            <pc:docMk/>
            <pc:sldMk cId="714509973" sldId="267"/>
            <ac:spMk id="3" creationId="{82181178-17ED-C919-3505-3CB345A633E1}"/>
          </ac:spMkLst>
        </pc:spChg>
        <pc:picChg chg="add mod">
          <ac:chgData name="찬 박" userId="20661e5c868141c1" providerId="LiveId" clId="{F1866734-1820-4ABC-A2F1-FF3A4BC1B822}" dt="2026-01-11T08:11:29.126" v="87" actId="1076"/>
          <ac:picMkLst>
            <pc:docMk/>
            <pc:sldMk cId="714509973" sldId="267"/>
            <ac:picMk id="5" creationId="{EC1C8BC1-7880-872B-D8F0-F16305C97191}"/>
          </ac:picMkLst>
        </pc:picChg>
      </pc:sldChg>
      <pc:sldChg chg="addSp delSp modSp new mod">
        <pc:chgData name="찬 박" userId="20661e5c868141c1" providerId="LiveId" clId="{F1866734-1820-4ABC-A2F1-FF3A4BC1B822}" dt="2026-01-11T08:12:13.358" v="94" actId="1076"/>
        <pc:sldMkLst>
          <pc:docMk/>
          <pc:sldMk cId="4121067384" sldId="268"/>
        </pc:sldMkLst>
        <pc:spChg chg="del">
          <ac:chgData name="찬 박" userId="20661e5c868141c1" providerId="LiveId" clId="{F1866734-1820-4ABC-A2F1-FF3A4BC1B822}" dt="2026-01-11T08:12:11.387" v="90" actId="478"/>
          <ac:spMkLst>
            <pc:docMk/>
            <pc:sldMk cId="4121067384" sldId="268"/>
            <ac:spMk id="2" creationId="{7D97C319-7355-262E-1FDE-D84B0771E278}"/>
          </ac:spMkLst>
        </pc:spChg>
        <pc:spChg chg="del">
          <ac:chgData name="찬 박" userId="20661e5c868141c1" providerId="LiveId" clId="{F1866734-1820-4ABC-A2F1-FF3A4BC1B822}" dt="2026-01-11T08:12:08.781" v="89" actId="478"/>
          <ac:spMkLst>
            <pc:docMk/>
            <pc:sldMk cId="4121067384" sldId="268"/>
            <ac:spMk id="3" creationId="{A722419C-2942-24B7-43CA-FF02E782E5ED}"/>
          </ac:spMkLst>
        </pc:spChg>
        <pc:picChg chg="add mod">
          <ac:chgData name="찬 박" userId="20661e5c868141c1" providerId="LiveId" clId="{F1866734-1820-4ABC-A2F1-FF3A4BC1B822}" dt="2026-01-11T08:12:13.358" v="94" actId="1076"/>
          <ac:picMkLst>
            <pc:docMk/>
            <pc:sldMk cId="4121067384" sldId="268"/>
            <ac:picMk id="5" creationId="{30B95917-2455-435D-2637-A9A458DE89BC}"/>
          </ac:picMkLst>
        </pc:picChg>
      </pc:sldChg>
      <pc:sldChg chg="addSp delSp modSp new mod">
        <pc:chgData name="찬 박" userId="20661e5c868141c1" providerId="LiveId" clId="{F1866734-1820-4ABC-A2F1-FF3A4BC1B822}" dt="2026-01-11T08:12:41.233" v="101" actId="1076"/>
        <pc:sldMkLst>
          <pc:docMk/>
          <pc:sldMk cId="707041168" sldId="269"/>
        </pc:sldMkLst>
        <pc:spChg chg="del">
          <ac:chgData name="찬 박" userId="20661e5c868141c1" providerId="LiveId" clId="{F1866734-1820-4ABC-A2F1-FF3A4BC1B822}" dt="2026-01-11T08:12:39.140" v="97" actId="478"/>
          <ac:spMkLst>
            <pc:docMk/>
            <pc:sldMk cId="707041168" sldId="269"/>
            <ac:spMk id="2" creationId="{3661B972-1E8D-1CAF-6918-69F2083C2CBD}"/>
          </ac:spMkLst>
        </pc:spChg>
        <pc:spChg chg="del">
          <ac:chgData name="찬 박" userId="20661e5c868141c1" providerId="LiveId" clId="{F1866734-1820-4ABC-A2F1-FF3A4BC1B822}" dt="2026-01-11T08:12:38.246" v="96" actId="478"/>
          <ac:spMkLst>
            <pc:docMk/>
            <pc:sldMk cId="707041168" sldId="269"/>
            <ac:spMk id="3" creationId="{34185E1C-5892-1AF7-9B94-CB6EC4050B9A}"/>
          </ac:spMkLst>
        </pc:spChg>
        <pc:picChg chg="add mod">
          <ac:chgData name="찬 박" userId="20661e5c868141c1" providerId="LiveId" clId="{F1866734-1820-4ABC-A2F1-FF3A4BC1B822}" dt="2026-01-11T08:12:41.233" v="101" actId="1076"/>
          <ac:picMkLst>
            <pc:docMk/>
            <pc:sldMk cId="707041168" sldId="269"/>
            <ac:picMk id="5" creationId="{971387A0-2A3D-272C-71E8-CFA518BA32C1}"/>
          </ac:picMkLst>
        </pc:picChg>
      </pc:sldChg>
      <pc:sldChg chg="addSp delSp modSp new mod">
        <pc:chgData name="찬 박" userId="20661e5c868141c1" providerId="LiveId" clId="{F1866734-1820-4ABC-A2F1-FF3A4BC1B822}" dt="2026-01-11T08:13:11.693" v="108" actId="1076"/>
        <pc:sldMkLst>
          <pc:docMk/>
          <pc:sldMk cId="3312090331" sldId="270"/>
        </pc:sldMkLst>
        <pc:spChg chg="del">
          <ac:chgData name="찬 박" userId="20661e5c868141c1" providerId="LiveId" clId="{F1866734-1820-4ABC-A2F1-FF3A4BC1B822}" dt="2026-01-11T08:13:09.695" v="104" actId="478"/>
          <ac:spMkLst>
            <pc:docMk/>
            <pc:sldMk cId="3312090331" sldId="270"/>
            <ac:spMk id="2" creationId="{A46EB88F-DC9D-B0C6-F066-9BE2B7045F9D}"/>
          </ac:spMkLst>
        </pc:spChg>
        <pc:spChg chg="del">
          <ac:chgData name="찬 박" userId="20661e5c868141c1" providerId="LiveId" clId="{F1866734-1820-4ABC-A2F1-FF3A4BC1B822}" dt="2026-01-11T08:13:07.999" v="103" actId="478"/>
          <ac:spMkLst>
            <pc:docMk/>
            <pc:sldMk cId="3312090331" sldId="270"/>
            <ac:spMk id="3" creationId="{B26BEE0B-A7ED-AD3D-1922-D94685C18FA4}"/>
          </ac:spMkLst>
        </pc:spChg>
        <pc:picChg chg="add mod">
          <ac:chgData name="찬 박" userId="20661e5c868141c1" providerId="LiveId" clId="{F1866734-1820-4ABC-A2F1-FF3A4BC1B822}" dt="2026-01-11T08:13:11.693" v="108" actId="1076"/>
          <ac:picMkLst>
            <pc:docMk/>
            <pc:sldMk cId="3312090331" sldId="270"/>
            <ac:picMk id="5" creationId="{28CFBBC0-1672-3ECB-C14B-4E56306BBE20}"/>
          </ac:picMkLst>
        </pc:picChg>
      </pc:sldChg>
      <pc:sldChg chg="addSp delSp modSp new mod">
        <pc:chgData name="찬 박" userId="20661e5c868141c1" providerId="LiveId" clId="{F1866734-1820-4ABC-A2F1-FF3A4BC1B822}" dt="2026-01-11T08:13:39.518" v="115" actId="1076"/>
        <pc:sldMkLst>
          <pc:docMk/>
          <pc:sldMk cId="3382725329" sldId="271"/>
        </pc:sldMkLst>
        <pc:spChg chg="del">
          <ac:chgData name="찬 박" userId="20661e5c868141c1" providerId="LiveId" clId="{F1866734-1820-4ABC-A2F1-FF3A4BC1B822}" dt="2026-01-11T08:13:36.754" v="111" actId="478"/>
          <ac:spMkLst>
            <pc:docMk/>
            <pc:sldMk cId="3382725329" sldId="271"/>
            <ac:spMk id="2" creationId="{44CB3AC3-602A-A140-87B4-0EE02C41AF5F}"/>
          </ac:spMkLst>
        </pc:spChg>
        <pc:spChg chg="del">
          <ac:chgData name="찬 박" userId="20661e5c868141c1" providerId="LiveId" clId="{F1866734-1820-4ABC-A2F1-FF3A4BC1B822}" dt="2026-01-11T08:13:35.650" v="110" actId="478"/>
          <ac:spMkLst>
            <pc:docMk/>
            <pc:sldMk cId="3382725329" sldId="271"/>
            <ac:spMk id="3" creationId="{1CC31BF1-B0A5-3695-3DBA-439EF5D1A83A}"/>
          </ac:spMkLst>
        </pc:spChg>
        <pc:picChg chg="add mod">
          <ac:chgData name="찬 박" userId="20661e5c868141c1" providerId="LiveId" clId="{F1866734-1820-4ABC-A2F1-FF3A4BC1B822}" dt="2026-01-11T08:13:39.518" v="115" actId="1076"/>
          <ac:picMkLst>
            <pc:docMk/>
            <pc:sldMk cId="3382725329" sldId="271"/>
            <ac:picMk id="5" creationId="{D9941D9A-D5F7-2143-F2D2-9D2FA9D52E4E}"/>
          </ac:picMkLst>
        </pc:picChg>
      </pc:sldChg>
      <pc:sldChg chg="addSp delSp modSp new mod">
        <pc:chgData name="찬 박" userId="20661e5c868141c1" providerId="LiveId" clId="{F1866734-1820-4ABC-A2F1-FF3A4BC1B822}" dt="2026-01-11T08:14:04.957" v="122" actId="1076"/>
        <pc:sldMkLst>
          <pc:docMk/>
          <pc:sldMk cId="3119800725" sldId="272"/>
        </pc:sldMkLst>
        <pc:spChg chg="del">
          <ac:chgData name="찬 박" userId="20661e5c868141c1" providerId="LiveId" clId="{F1866734-1820-4ABC-A2F1-FF3A4BC1B822}" dt="2026-01-11T08:14:01.970" v="118" actId="478"/>
          <ac:spMkLst>
            <pc:docMk/>
            <pc:sldMk cId="3119800725" sldId="272"/>
            <ac:spMk id="2" creationId="{1FAC7D6C-B268-C59D-1E0C-ECA7B7AA475C}"/>
          </ac:spMkLst>
        </pc:spChg>
        <pc:spChg chg="del">
          <ac:chgData name="찬 박" userId="20661e5c868141c1" providerId="LiveId" clId="{F1866734-1820-4ABC-A2F1-FF3A4BC1B822}" dt="2026-01-11T08:14:00.855" v="117" actId="478"/>
          <ac:spMkLst>
            <pc:docMk/>
            <pc:sldMk cId="3119800725" sldId="272"/>
            <ac:spMk id="3" creationId="{E5C62888-4128-F9D9-B3F4-E1AF94B8EF53}"/>
          </ac:spMkLst>
        </pc:spChg>
        <pc:picChg chg="add mod">
          <ac:chgData name="찬 박" userId="20661e5c868141c1" providerId="LiveId" clId="{F1866734-1820-4ABC-A2F1-FF3A4BC1B822}" dt="2026-01-11T08:14:04.957" v="122" actId="1076"/>
          <ac:picMkLst>
            <pc:docMk/>
            <pc:sldMk cId="3119800725" sldId="272"/>
            <ac:picMk id="5" creationId="{5B200DCB-8296-81DE-C334-CE16ED17E7C4}"/>
          </ac:picMkLst>
        </pc:picChg>
      </pc:sldChg>
      <pc:sldChg chg="addSp delSp modSp new mod">
        <pc:chgData name="찬 박" userId="20661e5c868141c1" providerId="LiveId" clId="{F1866734-1820-4ABC-A2F1-FF3A4BC1B822}" dt="2026-01-11T08:14:33.275" v="129" actId="1076"/>
        <pc:sldMkLst>
          <pc:docMk/>
          <pc:sldMk cId="2366571840" sldId="273"/>
        </pc:sldMkLst>
        <pc:spChg chg="del">
          <ac:chgData name="찬 박" userId="20661e5c868141c1" providerId="LiveId" clId="{F1866734-1820-4ABC-A2F1-FF3A4BC1B822}" dt="2026-01-11T08:14:29.100" v="125" actId="478"/>
          <ac:spMkLst>
            <pc:docMk/>
            <pc:sldMk cId="2366571840" sldId="273"/>
            <ac:spMk id="2" creationId="{3D5D1CE5-D983-20F4-7278-7548294B2FBC}"/>
          </ac:spMkLst>
        </pc:spChg>
        <pc:spChg chg="del">
          <ac:chgData name="찬 박" userId="20661e5c868141c1" providerId="LiveId" clId="{F1866734-1820-4ABC-A2F1-FF3A4BC1B822}" dt="2026-01-11T08:14:27.604" v="124" actId="478"/>
          <ac:spMkLst>
            <pc:docMk/>
            <pc:sldMk cId="2366571840" sldId="273"/>
            <ac:spMk id="3" creationId="{61DA8B07-7FF9-0012-B827-D55A293D86E7}"/>
          </ac:spMkLst>
        </pc:spChg>
        <pc:picChg chg="add mod">
          <ac:chgData name="찬 박" userId="20661e5c868141c1" providerId="LiveId" clId="{F1866734-1820-4ABC-A2F1-FF3A4BC1B822}" dt="2026-01-11T08:14:33.275" v="129" actId="1076"/>
          <ac:picMkLst>
            <pc:docMk/>
            <pc:sldMk cId="2366571840" sldId="273"/>
            <ac:picMk id="5" creationId="{5A62BBB4-67A8-941C-B8E9-510F30F5CD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8A6A9-5634-52BB-8577-5230C6746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814ACA-664B-466C-F21F-B343372F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A51A9-031E-5ED5-9812-2E92ED8F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F5AC5-6A08-EFEB-DDF6-FF87C893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D4014-97DE-33B5-9578-88C1972E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5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A82F9-2DEB-523B-885F-07600777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A2E59-4118-2745-3739-DC423C540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1BAFC3-9864-E912-108D-9E36FF8F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80F35-F416-606A-1ACC-2C65F705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40BFA-AB1E-0751-BDC4-4F252875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2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36CF9-8E69-6D9D-0B35-F84BAE79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A83F6F-60DB-A150-CF98-745D8C16C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7AD51-D72A-DA6A-FA17-E0CBA2A1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A766A-83A9-0AC4-135A-49DEBA64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218245-B811-E560-92FA-7C2AF48B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5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049FA-0A53-1E4A-19F5-4676B68BB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E47B0-FEA9-F29E-B7F4-884CCDC37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88C6BD-ED0D-E65B-F10D-CB6C9AF79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53EC5-C430-AF1F-D68B-3F662358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7DF9CB-F83F-44B0-4881-ED0524C2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1E37F9-F92A-579F-8E5C-650CFB1F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CC095-C3E4-882B-8099-7472C171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6F80A2-ED95-0155-9D39-14D5D4ACD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39F932-790C-B504-DEEB-3E70BFA29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597BF-6365-0E32-5F9A-AF8016559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7B5E76-0603-F2C1-336A-5A276031E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1DD025-A112-A3F7-23CB-CCC363D1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71EA34-CE61-D3FA-6707-8D095A7C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CE98FF-D975-F9C4-3D58-44CFE02C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97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8B748-FC97-0A51-414C-E4F48C2A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105CC8-8C8B-F6B9-9245-8AD04FB3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F6F0AE-0111-1859-F57B-30F3D68E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60098-0F80-29E6-72E9-F68FE901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80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BD934E-844F-4E80-A93B-11B90878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070BC0-563B-F47E-228D-61CDFC47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1C261-F4F9-A874-7951-269D82B4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906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6A967-7E45-786B-0ABA-D9352EAA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4AEA4-C052-0E55-5D92-C1A2E240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24CF57-1C5E-A0DD-2052-C5607E699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B7825E-8A69-4295-B31C-B189E16B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D7F9F3-C0DB-7E95-6CA7-E5B1B17C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FD2E7-2CFF-2CE7-76DB-2D30A58C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4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41FD1-EF92-1C46-7882-A33B51C1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923F5F-2A89-5517-62CD-16E9A72E2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7AB67E-D89B-7C2D-A68A-4ACF0D119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F8790E-BFCC-A056-2DAC-3C26B084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F1F9E-4ADD-9C5A-B62D-17B88466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CD35B-9955-44E7-92EF-FC6BD903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23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B3B76-813E-612E-F697-95EEF94D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B71753-02BC-E4BF-645E-15067496D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84CBA-1C4D-2F96-3D60-8E420ABB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D58736-B48D-7A45-BCA4-DED29E79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CCBC8B-A6D6-3B3A-FEF6-7B28AE72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8AA7CE-1312-0299-ED85-8E88F5E9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8615C5-4C2C-D804-865D-5F3C1F39F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BC5C68-13DD-3EC2-4BDD-EB0C7212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82BD1-1EC9-A8CF-2CFF-42E7C03C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447F8-0712-0CA0-B2CC-60A36740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54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1834EF-1E50-8D40-7BB3-134E8EC2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46BA5-4604-223B-2FF2-81B3E1CC7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7C9A6-217C-546A-BB07-3BAD19E17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587B5-A831-463B-8742-ABBD68DD51AA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13390E-6DDB-6FC6-C5D0-E815B150E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76BC2-C0A0-776D-B6D2-4E6E010AB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DE4DC-269B-41F3-9E64-760643079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0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4868B-ABE4-D230-B7AD-212ACD695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사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694F0E-21CB-A857-9EDD-B515EDA67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9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EDA91F-E467-652A-BACE-3038D8A9B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1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소프트웨어, 컴퓨터 아이콘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CA6A2E-5115-887B-487F-50D47A453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1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F58D6C-822C-A25B-F93D-5D8D61C00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3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0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F55B8E-5944-5962-84D6-0A9EE0047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5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5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D0EDE-9FA7-5D80-0FD1-B680F624F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7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9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ADA76C-E2FB-AB47-B4D7-AAAB2ABE9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5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3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3A8380-591F-CD04-2437-2993E9E97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1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7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929681-ECD1-B2D3-51EC-C0172ACBA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7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645441-3BFD-1734-8F49-2DC91D822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6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8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도표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C8BC1-7880-872B-D8F0-F16305C9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4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09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A793D9-BB44-DD98-ECDF-DB5B81F7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7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B95917-2455-435D-2637-A9A458DE8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67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387A0-2A3D-272C-71E8-CFA518BA3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1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4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FBBC0-1672-3ECB-C14B-4E56306BB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90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941D9A-D5F7-2143-F2D2-9D2FA9D52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9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25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200DCB-8296-81DE-C334-CE16ED17E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0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00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62BBB4-67A8-941C-B8E9-510F30F5C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2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7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 박</dc:creator>
  <cp:lastModifiedBy>찬 박</cp:lastModifiedBy>
  <cp:revision>1</cp:revision>
  <dcterms:created xsi:type="dcterms:W3CDTF">2026-01-11T08:03:35Z</dcterms:created>
  <dcterms:modified xsi:type="dcterms:W3CDTF">2026-01-11T08:14:37Z</dcterms:modified>
</cp:coreProperties>
</file>